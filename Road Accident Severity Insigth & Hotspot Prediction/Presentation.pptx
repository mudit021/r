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A445C-8981-E253-92BF-4613DB4597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CCC417-08E5-F53A-FA79-16A9D54D7B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EC86E7-215D-8B1A-023D-3981432ED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3C10C-7A20-4D33-8D4F-3C01AB9B5B0C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F9884F-2B60-E7E0-D9CA-270A1EF4C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5720E2-10CA-3D14-6493-60710FF24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21484-1F75-4F37-89E9-30D5A3F2C7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49370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52564-73D9-E02B-3165-B638369C7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395AB0-3842-418E-22D7-78D14E8D07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20EFB0-6640-10C6-C2E0-CBD8667DE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3C10C-7A20-4D33-8D4F-3C01AB9B5B0C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782C63-BF9C-4C4A-71D4-09E9BF8B3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4EF307-9E7A-E9F3-9C75-026B2B698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21484-1F75-4F37-89E9-30D5A3F2C7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71415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EABEE-BB85-277B-C663-E0B417A60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63F6B9-2A93-E86F-8CDC-F2278A9713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0B7933-5371-7B8C-B7DF-1B5DD4A24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3C10C-7A20-4D33-8D4F-3C01AB9B5B0C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4C7097-96BE-E757-3E71-02750C749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BC3364-353C-7AB4-4E42-B6FC3670E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21484-1F75-4F37-89E9-30D5A3F2C7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04781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896B1-E1C7-1A97-86A0-C67E237E9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74B2A5-26BE-D3CC-87ED-9D509EBB63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A0B371-4260-6A7D-7937-6F2E440586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E0FF3D-DF54-BE01-9709-99FB387C2A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3C10C-7A20-4D33-8D4F-3C01AB9B5B0C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1BC20A-F6D1-B5F1-2C6A-7756930BD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3AD328-0EC9-DEF6-43B9-576824889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21484-1F75-4F37-89E9-30D5A3F2C7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27017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00820-6248-9086-DB56-2EE334B48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C0EDAA-E167-E40F-E6BB-86BD2682AD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D5DA57-4801-94CE-96A6-AB792B8244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1AC2D5-6B22-92A2-C47B-0C10B959F5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2C09A5-C2DB-F9C4-3640-C61BF0D320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0152F2D-4FA5-1FF2-918F-EE4AA2205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3C10C-7A20-4D33-8D4F-3C01AB9B5B0C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480B3E-E0D0-7CB7-9106-46080FC02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2FC2A5-4582-48D5-2F59-DAD60BE71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21484-1F75-4F37-89E9-30D5A3F2C7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82444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EB21D-E2F0-3B9B-509A-60C06CCB4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57DAB9-B13F-712A-8B94-37178317F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3C10C-7A20-4D33-8D4F-3C01AB9B5B0C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89A37F-9294-118D-CAAF-9DB088311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0B5D57-4E3D-9359-3A9C-8054ACC39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21484-1F75-4F37-89E9-30D5A3F2C7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9749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FA02F7-BA7A-0828-BBEA-66C9B7E35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3C10C-7A20-4D33-8D4F-3C01AB9B5B0C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3BCD6C-BB79-6556-7485-3E81332AE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B31EEC-C11B-157C-1F57-C4577F857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21484-1F75-4F37-89E9-30D5A3F2C7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63974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AEA9E-267A-B1CC-6CB1-3249EA31A2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BFA5EB-DF7D-D087-1284-09ECF1F1D2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9AE408-6E2B-004D-C2B1-65A4630B1E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B54DFF-9D22-BBB4-4FD4-F095CA1DF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3C10C-7A20-4D33-8D4F-3C01AB9B5B0C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85687B-AEC1-63BA-E8B7-90F136DB2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B79091-36A3-CE98-1923-E6041FE70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21484-1F75-4F37-89E9-30D5A3F2C7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51459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B4EA3-D953-DFEA-1700-E538473F0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DA56FD-7B93-5F21-5A9C-70654A291C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A28490-5B23-D91D-5881-C47196C119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B71478-6084-2FE7-2E70-F9AF809E0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3C10C-7A20-4D33-8D4F-3C01AB9B5B0C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62B2A3-726F-08AB-37D5-0E54F23CC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5D32A6-39F7-FFF3-1F69-26CAD4BCA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21484-1F75-4F37-89E9-30D5A3F2C7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80987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1989F-E3CF-6F87-D42B-2FF5A9E15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D9DC01-FCF4-75E5-3CBD-AED7C0FFF0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34F6EE-9E23-C9CA-AA1D-835056FB8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3C10C-7A20-4D33-8D4F-3C01AB9B5B0C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24FEB9-ECC8-B8B1-8A7F-711DF9155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F65746-E75B-FB60-70E1-C6A45E3B4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21484-1F75-4F37-89E9-30D5A3F2C7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08173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96F6DDF-CFB9-53EE-0287-472EAE7993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27AC2-08AC-89DC-ED97-0A13EFC475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755F94-1A17-7F43-4567-C0C9C5B7F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3C10C-7A20-4D33-8D4F-3C01AB9B5B0C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A0EEB4-F6A8-F588-82AE-C3422D73C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780F48-02CD-1155-5F0B-F9F3F87B5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21484-1F75-4F37-89E9-30D5A3F2C7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1318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20B6B7-6A60-172E-6224-AA0385BA35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083AED-78ED-2E77-4B43-EB7D6E3935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162F1E-DB97-BA76-67E0-0C9A503F43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83C10C-7A20-4D33-8D4F-3C01AB9B5B0C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341155-427D-F107-2AC9-DD47DBA1C7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593C29-A2AA-0988-D7ED-85C819518C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521484-1F75-4F37-89E9-30D5A3F2C7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5195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Telangana: 19 dead, several injured as tipper truck collides with RTC bus on Hyderabad-Bijapur highway">
            <a:extLst>
              <a:ext uri="{FF2B5EF4-FFF2-40B4-BE49-F238E27FC236}">
                <a16:creationId xmlns:a16="http://schemas.microsoft.com/office/drawing/2014/main" id="{8C602DD8-4B50-FBC8-9894-B0C0E08257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64C89F7-67F2-8A54-B7CA-51EE3AE9B112}"/>
              </a:ext>
            </a:extLst>
          </p:cNvPr>
          <p:cNvSpPr/>
          <p:nvPr/>
        </p:nvSpPr>
        <p:spPr>
          <a:xfrm>
            <a:off x="0" y="0"/>
            <a:ext cx="4513006" cy="68580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F0A39B2-AB48-6038-F2AD-ED18875F1F74}"/>
              </a:ext>
            </a:extLst>
          </p:cNvPr>
          <p:cNvSpPr/>
          <p:nvPr/>
        </p:nvSpPr>
        <p:spPr>
          <a:xfrm>
            <a:off x="0" y="589935"/>
            <a:ext cx="4513006" cy="424731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Road Accident Severity </a:t>
            </a:r>
            <a:r>
              <a:rPr lang="en-US" sz="5400" b="1" cap="none" spc="0" dirty="0" err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Insigth</a:t>
            </a:r>
            <a:r>
              <a:rPr lang="en-US" sz="5400" b="1" cap="none" spc="0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 &amp; Hotspot Prediction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48D97D-B8E5-0689-FFB9-F6F7C4641EAB}"/>
              </a:ext>
            </a:extLst>
          </p:cNvPr>
          <p:cNvSpPr txBox="1"/>
          <p:nvPr/>
        </p:nvSpPr>
        <p:spPr>
          <a:xfrm>
            <a:off x="383458" y="5004619"/>
            <a:ext cx="37264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Abhishek </a:t>
            </a:r>
            <a:r>
              <a:rPr lang="en-US" dirty="0" err="1"/>
              <a:t>Pattir</a:t>
            </a:r>
            <a:r>
              <a:rPr lang="en-US" dirty="0"/>
              <a:t> (01)</a:t>
            </a:r>
          </a:p>
          <a:p>
            <a:pPr marL="285750" indent="-285750">
              <a:buFontTx/>
              <a:buChar char="-"/>
            </a:pPr>
            <a:r>
              <a:rPr lang="en-US" dirty="0"/>
              <a:t>Mudit Gupta (13)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728259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9DC3048-B1EF-E108-2528-8AABD5FEE4FC}"/>
              </a:ext>
            </a:extLst>
          </p:cNvPr>
          <p:cNvSpPr/>
          <p:nvPr/>
        </p:nvSpPr>
        <p:spPr>
          <a:xfrm>
            <a:off x="4213632" y="165141"/>
            <a:ext cx="420278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cap="none" spc="0" dirty="0" err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Objectievs</a:t>
            </a:r>
            <a:endParaRPr lang="en-US" sz="5400" b="1" cap="none" spc="0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7671C2-8FB9-6436-B3D1-1B21B0408EF4}"/>
              </a:ext>
            </a:extLst>
          </p:cNvPr>
          <p:cNvSpPr txBox="1"/>
          <p:nvPr/>
        </p:nvSpPr>
        <p:spPr>
          <a:xfrm>
            <a:off x="1179871" y="2094271"/>
            <a:ext cx="982242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mini project we achieved 5 objectives: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 Loading and cleaning of dataset.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 Analyze the impact of different weather conditions.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 Compare accident severity between weekdays and weekends.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 Identify top 10 accident hotspot cities using geospatial clustering.</a:t>
            </a:r>
          </a:p>
        </p:txBody>
      </p:sp>
    </p:spTree>
    <p:extLst>
      <p:ext uri="{BB962C8B-B14F-4D97-AF65-F5344CB8AC3E}">
        <p14:creationId xmlns:p14="http://schemas.microsoft.com/office/powerpoint/2010/main" val="30186284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2A267A1-0BD7-8513-7CAE-A94FF0E3D2F5}"/>
              </a:ext>
            </a:extLst>
          </p:cNvPr>
          <p:cNvSpPr/>
          <p:nvPr/>
        </p:nvSpPr>
        <p:spPr>
          <a:xfrm>
            <a:off x="2448993" y="332290"/>
            <a:ext cx="8008924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44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Loading and cleaning of dataset.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63DEDD-1455-5D87-48DF-91E671278352}"/>
              </a:ext>
            </a:extLst>
          </p:cNvPr>
          <p:cNvSpPr txBox="1"/>
          <p:nvPr/>
        </p:nvSpPr>
        <p:spPr>
          <a:xfrm>
            <a:off x="953729" y="2074606"/>
            <a:ext cx="4001729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used a synthetic dataset as the original dataset was having approx. 3000 entries in which approx. 2600 entries of cities were unknown.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95C1AD0-19A0-383A-42E9-1278C89820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1434" y="1101731"/>
            <a:ext cx="6342529" cy="5056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0001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3C4BF7F-A437-CBAD-2780-35F1914EC0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478" y="1651819"/>
            <a:ext cx="6206622" cy="372397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AD174F2-120C-A376-C78E-AFE1D41AF138}"/>
              </a:ext>
            </a:extLst>
          </p:cNvPr>
          <p:cNvSpPr txBox="1"/>
          <p:nvPr/>
        </p:nvSpPr>
        <p:spPr>
          <a:xfrm>
            <a:off x="7541332" y="2389527"/>
            <a:ext cx="322498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created a bar plot of Day of the Week vs Number of Accidents which tells us that at which day of the 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51A00BC-C0CF-2AD1-0F6D-9176ADE5A535}"/>
              </a:ext>
            </a:extLst>
          </p:cNvPr>
          <p:cNvSpPr/>
          <p:nvPr/>
        </p:nvSpPr>
        <p:spPr>
          <a:xfrm>
            <a:off x="677401" y="332290"/>
            <a:ext cx="10837197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Compare accident severity between weekdays and weekends.</a:t>
            </a:r>
            <a:endParaRPr lang="en-IN" sz="3200" b="1" cap="none" spc="0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3267076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4C94AAB-0225-5380-A5FA-38346F94DA51}"/>
              </a:ext>
            </a:extLst>
          </p:cNvPr>
          <p:cNvSpPr/>
          <p:nvPr/>
        </p:nvSpPr>
        <p:spPr>
          <a:xfrm>
            <a:off x="908041" y="260763"/>
            <a:ext cx="10375917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36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Analyze the impact of different weather conditions 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DD6B431-F1C4-7803-94EA-CCD2D2BB0B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116" y="1641495"/>
            <a:ext cx="7305377" cy="438322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C6538B7-96A6-528D-5C8B-2EFB7010462F}"/>
              </a:ext>
            </a:extLst>
          </p:cNvPr>
          <p:cNvSpPr txBox="1"/>
          <p:nvPr/>
        </p:nvSpPr>
        <p:spPr>
          <a:xfrm>
            <a:off x="8426245" y="1327355"/>
            <a:ext cx="337246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created a bar plot of Number of Accidents vs Weather Condition which tells us that at what weather condition the accident frequency is high.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43052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54A0FC9-29F4-63F7-BA25-C13221932DAD}"/>
              </a:ext>
            </a:extLst>
          </p:cNvPr>
          <p:cNvSpPr/>
          <p:nvPr/>
        </p:nvSpPr>
        <p:spPr>
          <a:xfrm>
            <a:off x="392963" y="364812"/>
            <a:ext cx="1154675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Identify top 10 accident hotspot cities using geospatial clustering.</a:t>
            </a:r>
            <a:endParaRPr lang="en-US" sz="32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3563EA-2247-DF40-EA7B-95B558E311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9169" y="1103280"/>
            <a:ext cx="9073662" cy="353689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21CEA4E-08D4-BAED-A928-26D98BFF6655}"/>
              </a:ext>
            </a:extLst>
          </p:cNvPr>
          <p:cNvSpPr txBox="1"/>
          <p:nvPr/>
        </p:nvSpPr>
        <p:spPr>
          <a:xfrm>
            <a:off x="1258529" y="5073445"/>
            <a:ext cx="899651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use leaflet a JS library which is helps to directly create interactive maps in R/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Rstudio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directly.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47958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194</Words>
  <Application>Microsoft Office PowerPoint</Application>
  <PresentationFormat>Widescreen</PresentationFormat>
  <Paragraphs>17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Mudit Gupta</dc:creator>
  <cp:lastModifiedBy>Mudit Gupta</cp:lastModifiedBy>
  <cp:revision>17</cp:revision>
  <dcterms:created xsi:type="dcterms:W3CDTF">2025-11-11T03:31:46Z</dcterms:created>
  <dcterms:modified xsi:type="dcterms:W3CDTF">2025-11-11T04:03:59Z</dcterms:modified>
</cp:coreProperties>
</file>